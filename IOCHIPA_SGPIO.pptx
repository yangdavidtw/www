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2" r:id="rId5"/>
    <p:sldId id="264" r:id="rId6"/>
    <p:sldId id="263" r:id="rId7"/>
    <p:sldId id="257" r:id="rId8"/>
    <p:sldId id="258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E019E-2E79-E28A-735E-0B84ADD89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A50F04-DAEA-E02A-71B6-291530433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C07B0B-1038-98E7-97B3-D9DE15BD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929BAD-1423-2C9F-BED2-CCA2D3ED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C4BD9C-9B54-D172-1A7B-E5410DBB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11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78BF61-A2FA-D65E-597A-9F7457EE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EF216C-C1A4-7628-1744-97755294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F5939-BB66-BD21-E529-046DC310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8EA793-399D-62B5-4621-8F0A4A05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0F6427-893F-5B06-566B-2A5B1E7D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91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17D5E-6406-A2FC-0EF8-54472288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FE986B-2616-585A-7B8D-320AC8813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1C462F-6FD7-FB69-3A36-EFF29C85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FAFF4C-409B-BF74-D72C-19DB02F5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7091A9-85DA-9EE6-CA8A-72326993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83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317B85-D99B-B191-AA83-227B8F79B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EB6DBB-E269-8FA9-1925-527E56A95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30F48B-F00F-17E1-63F6-9F7EA1CCA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89363A-224E-DCBA-9A4F-864AA7D2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2863D5-EB33-5049-2B47-8E96CC5F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09A3F4-D94E-750A-3BAE-788BFAC7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07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E1F8DE-FF19-9505-9D03-166E11F6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457682-CF25-323F-F642-63BA756AF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B0CBA3-CDBB-1F75-811C-7C25F1FB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79615B3-559D-23B1-2D1B-8CE868488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0D120A7-AB0C-80CC-E07B-5852EA828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10B5874-F75C-1F4D-33F9-F6239E7F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113B16-578E-1C91-9C44-F92865C0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E61B5A-2DC7-4B06-EC2B-41DF6FBB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94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0588AA-1DD1-2DC7-D9AB-38578BE3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C1AD22-8B79-C72B-0558-5C701585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504675B-88C6-0ECC-2B2C-F67234C3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FCF5B7-1193-92A8-A8A8-59CF9F56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76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DF63C11-9C3B-4755-1C48-3906AE99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E959A88-43DC-5467-BED7-735F09B9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269B56-79A6-BBCF-204D-EAE57260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984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E3F42-1590-7D66-6A22-CA4BDACD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E68048-D18D-373D-2B80-AE7E7FE2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94526B-74DE-B471-77D0-A2A34D2A7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E63C09-CD20-B89B-A6ED-DF3FD115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F42E86-79BA-EDDA-C600-FD7B567C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A8B690-0C02-0758-4AC3-E51E462B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22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3B0D1-FD86-0F8C-4960-5FE57D97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48F339E-F81D-D6AF-6E63-87759AAA5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450876-9368-845F-92AF-43680960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C439C2-7A17-3235-DD52-A58E7DEB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5202DC-3E51-C5F2-73FB-7C26B802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D68EC1-100C-57CB-673B-7FE380C5C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10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230A7-0458-8E95-E3A5-3240F204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E61096-478C-588F-D106-703127D9C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C36D8E-E621-220E-9EAC-16F7C307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616E51-E0DB-7974-C001-117C06DD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0F50DD-5579-EAF0-CA47-61821413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8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88A036-AB91-ACDC-CCC4-C38C59B64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3B63C6-53BD-1834-579A-0A0758181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5C5931-9836-8477-3C70-5E4A0A70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2C3AC8-C3D7-468C-9650-A0D8462F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4073C5-1087-CE05-F98C-A95782DE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92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E663985-A99C-46AB-A040-02A3C826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B75AAA-6583-55E1-CEB9-98699983D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38B123-0500-40F0-4BE4-63D964075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6A7C6-C423-4328-A599-E7F6AE649F6E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91D89C-EE25-085E-14F5-885BDB319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BFCB8D-3BD7-112C-3566-AC2CAD06F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89C6F-7481-4393-9139-8107FFFBC0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57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D39A0AEF-EE6D-C874-6F76-5321E381AFE8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AST2600 SGPIO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531FFD-8AA8-2D1E-37FF-62427AAC0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56"/>
          <a:stretch>
            <a:fillRect/>
          </a:stretch>
        </p:blipFill>
        <p:spPr>
          <a:xfrm>
            <a:off x="4272294" y="81428"/>
            <a:ext cx="7281531" cy="677074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B4BF632-4590-F2A4-CA33-A2AE475305C9}"/>
              </a:ext>
            </a:extLst>
          </p:cNvPr>
          <p:cNvSpPr txBox="1"/>
          <p:nvPr/>
        </p:nvSpPr>
        <p:spPr>
          <a:xfrm>
            <a:off x="571500" y="981075"/>
            <a:ext cx="2594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8Bits To 128Bits Support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20344-2F51-4D65-FD39-95222371B0BF}"/>
              </a:ext>
            </a:extLst>
          </p:cNvPr>
          <p:cNvSpPr/>
          <p:nvPr/>
        </p:nvSpPr>
        <p:spPr>
          <a:xfrm>
            <a:off x="5414820" y="710932"/>
            <a:ext cx="609600" cy="6849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0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F896-9736-6437-89C9-430B5249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46A8E071-0313-5395-6B0D-5D5EE0CB00C1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SGPIO WAVE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A99455-BA00-9E25-5535-A608650A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594" y="1447800"/>
            <a:ext cx="12366594" cy="390723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5314ADA-C7AF-C058-E588-C8984EF67347}"/>
              </a:ext>
            </a:extLst>
          </p:cNvPr>
          <p:cNvSpPr/>
          <p:nvPr/>
        </p:nvSpPr>
        <p:spPr>
          <a:xfrm>
            <a:off x="2209801" y="3829050"/>
            <a:ext cx="609600" cy="11525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86A762-274A-FAC3-4C26-9C0B74970019}"/>
              </a:ext>
            </a:extLst>
          </p:cNvPr>
          <p:cNvSpPr/>
          <p:nvPr/>
        </p:nvSpPr>
        <p:spPr>
          <a:xfrm>
            <a:off x="792019" y="3159414"/>
            <a:ext cx="1323108" cy="5813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43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5B50-7649-75A5-7768-8A5C0523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0BEC035-3D64-E0A3-2304-3FA1EB86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3" y="766348"/>
            <a:ext cx="9955014" cy="5744377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57C1C075-2CE1-604E-EFB6-3582FB12509C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TX Design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D1374B0-A04A-DC65-A951-B2E7103EC439}"/>
              </a:ext>
            </a:extLst>
          </p:cNvPr>
          <p:cNvCxnSpPr/>
          <p:nvPr/>
        </p:nvCxnSpPr>
        <p:spPr>
          <a:xfrm flipV="1">
            <a:off x="2515112" y="4025604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304F24C-3080-124B-7E1F-3DA3519DCA59}"/>
              </a:ext>
            </a:extLst>
          </p:cNvPr>
          <p:cNvCxnSpPr/>
          <p:nvPr/>
        </p:nvCxnSpPr>
        <p:spPr>
          <a:xfrm flipV="1">
            <a:off x="3406421" y="4025604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752891B-DE26-514A-7986-2F989A691002}"/>
              </a:ext>
            </a:extLst>
          </p:cNvPr>
          <p:cNvCxnSpPr>
            <a:cxnSpLocks/>
          </p:cNvCxnSpPr>
          <p:nvPr/>
        </p:nvCxnSpPr>
        <p:spPr>
          <a:xfrm>
            <a:off x="2525247" y="1551707"/>
            <a:ext cx="0" cy="6127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8890D0F-88D3-BDAF-9A73-6983A5C5417C}"/>
              </a:ext>
            </a:extLst>
          </p:cNvPr>
          <p:cNvCxnSpPr>
            <a:cxnSpLocks/>
          </p:cNvCxnSpPr>
          <p:nvPr/>
        </p:nvCxnSpPr>
        <p:spPr>
          <a:xfrm>
            <a:off x="3406421" y="1551707"/>
            <a:ext cx="0" cy="6127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9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B7716-EFF4-3E5A-2EEC-6620B968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7509EDD5-1BDB-1378-6C32-8B11C22BA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3" y="766348"/>
            <a:ext cx="9955014" cy="5744377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0C774A87-C032-4C9B-E4A2-FF343DA70E36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RX Design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E7F1D46E-CEEC-8B19-550D-568E0595B433}"/>
              </a:ext>
            </a:extLst>
          </p:cNvPr>
          <p:cNvCxnSpPr/>
          <p:nvPr/>
        </p:nvCxnSpPr>
        <p:spPr>
          <a:xfrm flipV="1">
            <a:off x="2987065" y="4782989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D630661C-6246-EE5A-A8CE-444A29F0F646}"/>
              </a:ext>
            </a:extLst>
          </p:cNvPr>
          <p:cNvCxnSpPr/>
          <p:nvPr/>
        </p:nvCxnSpPr>
        <p:spPr>
          <a:xfrm flipV="1">
            <a:off x="3878374" y="4782989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260EBB4-9DFA-A14A-EB65-22896874B01D}"/>
              </a:ext>
            </a:extLst>
          </p:cNvPr>
          <p:cNvCxnSpPr>
            <a:cxnSpLocks/>
          </p:cNvCxnSpPr>
          <p:nvPr/>
        </p:nvCxnSpPr>
        <p:spPr>
          <a:xfrm>
            <a:off x="2990784" y="1533236"/>
            <a:ext cx="0" cy="6127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BC89CD6-C7C3-4839-4960-FEF937F5D0BD}"/>
              </a:ext>
            </a:extLst>
          </p:cNvPr>
          <p:cNvCxnSpPr>
            <a:cxnSpLocks/>
          </p:cNvCxnSpPr>
          <p:nvPr/>
        </p:nvCxnSpPr>
        <p:spPr>
          <a:xfrm>
            <a:off x="3871958" y="1533236"/>
            <a:ext cx="0" cy="6127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78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4EDAE-30DE-BEFA-2AC4-65CEE967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F931EA-96C1-035E-8A43-74DC0EC8AF7F}"/>
              </a:ext>
            </a:extLst>
          </p:cNvPr>
          <p:cNvSpPr/>
          <p:nvPr/>
        </p:nvSpPr>
        <p:spPr>
          <a:xfrm>
            <a:off x="1973116" y="1363952"/>
            <a:ext cx="8399321" cy="4547319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A60636-E0EC-959E-7F1F-DEFED58D4D5D}"/>
              </a:ext>
            </a:extLst>
          </p:cNvPr>
          <p:cNvSpPr/>
          <p:nvPr/>
        </p:nvSpPr>
        <p:spPr>
          <a:xfrm>
            <a:off x="10751124" y="1363952"/>
            <a:ext cx="1214585" cy="4547319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C47279-E467-8248-1A4B-4DD6D865BB39}"/>
              </a:ext>
            </a:extLst>
          </p:cNvPr>
          <p:cNvSpPr/>
          <p:nvPr/>
        </p:nvSpPr>
        <p:spPr>
          <a:xfrm>
            <a:off x="300182" y="1363952"/>
            <a:ext cx="1390073" cy="1089891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</a:t>
            </a:r>
          </a:p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A53</a:t>
            </a:r>
            <a:endParaRPr lang="zh-TW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060400-6814-A305-A621-E5C78C790EB9}"/>
              </a:ext>
            </a:extLst>
          </p:cNvPr>
          <p:cNvSpPr/>
          <p:nvPr/>
        </p:nvSpPr>
        <p:spPr>
          <a:xfrm>
            <a:off x="7961745" y="1593263"/>
            <a:ext cx="220287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Input deglitch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B1F95F-3011-3657-DF77-37D5B5A89858}"/>
              </a:ext>
            </a:extLst>
          </p:cNvPr>
          <p:cNvSpPr/>
          <p:nvPr/>
        </p:nvSpPr>
        <p:spPr>
          <a:xfrm>
            <a:off x="10833396" y="1593263"/>
            <a:ext cx="1057560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PIN MUX</a:t>
            </a:r>
            <a:endParaRPr lang="zh-TW" altLang="en-US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3438D9-85EB-3912-B685-B90E86BBF01D}"/>
              </a:ext>
            </a:extLst>
          </p:cNvPr>
          <p:cNvSpPr/>
          <p:nvPr/>
        </p:nvSpPr>
        <p:spPr>
          <a:xfrm>
            <a:off x="2170255" y="1593263"/>
            <a:ext cx="162502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REG</a:t>
            </a:r>
            <a:endParaRPr lang="zh-TW" altLang="en-US" sz="2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C16F909-E02A-9677-384D-6FDB490E1B14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System Architecture Diagram 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17FF2EE-F06F-A60A-ED9C-399F7C57F317}"/>
              </a:ext>
            </a:extLst>
          </p:cNvPr>
          <p:cNvSpPr/>
          <p:nvPr/>
        </p:nvSpPr>
        <p:spPr>
          <a:xfrm>
            <a:off x="7816994" y="4435006"/>
            <a:ext cx="2479967" cy="1544342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</a:t>
            </a:r>
          </a:p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箭號: 左-上雙向 43">
            <a:extLst>
              <a:ext uri="{FF2B5EF4-FFF2-40B4-BE49-F238E27FC236}">
                <a16:creationId xmlns:a16="http://schemas.microsoft.com/office/drawing/2014/main" id="{7D0E4C7E-318B-31FC-14AE-DC09DCF3BE32}"/>
              </a:ext>
            </a:extLst>
          </p:cNvPr>
          <p:cNvSpPr/>
          <p:nvPr/>
        </p:nvSpPr>
        <p:spPr>
          <a:xfrm rot="5400000">
            <a:off x="871103" y="2477290"/>
            <a:ext cx="960582" cy="1073727"/>
          </a:xfrm>
          <a:prstGeom prst="leftUpArrow">
            <a:avLst>
              <a:gd name="adj1" fmla="val 21154"/>
              <a:gd name="adj2" fmla="val 25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0670B03-9570-F265-6381-AE2E0ACE979E}"/>
              </a:ext>
            </a:extLst>
          </p:cNvPr>
          <p:cNvSpPr txBox="1"/>
          <p:nvPr/>
        </p:nvSpPr>
        <p:spPr>
          <a:xfrm>
            <a:off x="775178" y="3474586"/>
            <a:ext cx="1152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APB</a:t>
            </a:r>
            <a:r>
              <a:rPr lang="zh-TW" altLang="en-US" dirty="0"/>
              <a:t> </a:t>
            </a:r>
            <a:r>
              <a:rPr lang="en-US" altLang="zh-TW" dirty="0"/>
              <a:t>BUS</a:t>
            </a:r>
          </a:p>
          <a:p>
            <a:r>
              <a:rPr lang="en-US" altLang="zh-TW" dirty="0"/>
              <a:t>(NIC-400)</a:t>
            </a:r>
            <a:endParaRPr lang="zh-TW" altLang="en-US" dirty="0"/>
          </a:p>
        </p:txBody>
      </p:sp>
      <p:sp>
        <p:nvSpPr>
          <p:cNvPr id="47" name="箭號: 左-上雙向 46">
            <a:extLst>
              <a:ext uri="{FF2B5EF4-FFF2-40B4-BE49-F238E27FC236}">
                <a16:creationId xmlns:a16="http://schemas.microsoft.com/office/drawing/2014/main" id="{45A3227B-6CA3-A663-EE5A-712F7E205E33}"/>
              </a:ext>
            </a:extLst>
          </p:cNvPr>
          <p:cNvSpPr/>
          <p:nvPr/>
        </p:nvSpPr>
        <p:spPr>
          <a:xfrm rot="5400000">
            <a:off x="-199054" y="3024725"/>
            <a:ext cx="2592316" cy="1610591"/>
          </a:xfrm>
          <a:prstGeom prst="leftUpArrow">
            <a:avLst>
              <a:gd name="adj1" fmla="val 10831"/>
              <a:gd name="adj2" fmla="val 18118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47EFD82-3E03-69DD-D32B-CAE1978B6238}"/>
              </a:ext>
            </a:extLst>
          </p:cNvPr>
          <p:cNvSpPr txBox="1"/>
          <p:nvPr/>
        </p:nvSpPr>
        <p:spPr>
          <a:xfrm>
            <a:off x="537824" y="5049211"/>
            <a:ext cx="1152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Interrupt</a:t>
            </a:r>
          </a:p>
          <a:p>
            <a:r>
              <a:rPr lang="en-US" altLang="zh-TW" dirty="0"/>
              <a:t>(GIC-600)</a:t>
            </a:r>
            <a:endParaRPr lang="zh-TW" altLang="en-US" dirty="0"/>
          </a:p>
        </p:txBody>
      </p:sp>
      <p:sp>
        <p:nvSpPr>
          <p:cNvPr id="50" name="箭號: 左-右雙向 49">
            <a:extLst>
              <a:ext uri="{FF2B5EF4-FFF2-40B4-BE49-F238E27FC236}">
                <a16:creationId xmlns:a16="http://schemas.microsoft.com/office/drawing/2014/main" id="{30F1BF4D-C398-236E-D79B-89013AA1E182}"/>
              </a:ext>
            </a:extLst>
          </p:cNvPr>
          <p:cNvSpPr/>
          <p:nvPr/>
        </p:nvSpPr>
        <p:spPr>
          <a:xfrm>
            <a:off x="9954488" y="4490287"/>
            <a:ext cx="1214585" cy="434699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6E96515-AAE7-031D-3FAD-C3E64D8FCB7A}"/>
              </a:ext>
            </a:extLst>
          </p:cNvPr>
          <p:cNvSpPr/>
          <p:nvPr/>
        </p:nvSpPr>
        <p:spPr>
          <a:xfrm>
            <a:off x="10751705" y="3137114"/>
            <a:ext cx="1214585" cy="1544342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3.3V</a:t>
            </a:r>
          </a:p>
          <a:p>
            <a:pPr algn="ctr"/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D9F267-48FC-4C47-D5CB-932E618C980C}"/>
              </a:ext>
            </a:extLst>
          </p:cNvPr>
          <p:cNvSpPr/>
          <p:nvPr/>
        </p:nvSpPr>
        <p:spPr>
          <a:xfrm>
            <a:off x="2179491" y="2920274"/>
            <a:ext cx="1578847" cy="1170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TX</a:t>
            </a:r>
            <a:r>
              <a:rPr lang="zh-TW" altLang="en-US" sz="2400" dirty="0"/>
              <a:t> </a:t>
            </a:r>
            <a:r>
              <a:rPr lang="en-US" altLang="zh-TW" sz="2400" dirty="0"/>
              <a:t>FIFO</a:t>
            </a:r>
          </a:p>
          <a:p>
            <a:pPr algn="ctr"/>
            <a:r>
              <a:rPr lang="en-US" altLang="zh-TW" sz="2400" dirty="0"/>
              <a:t>x6</a:t>
            </a:r>
            <a:endParaRPr lang="zh-TW" altLang="en-US" sz="2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CF159F-5C91-21AA-AC9C-8660370C6D1A}"/>
              </a:ext>
            </a:extLst>
          </p:cNvPr>
          <p:cNvSpPr/>
          <p:nvPr/>
        </p:nvSpPr>
        <p:spPr>
          <a:xfrm>
            <a:off x="4438360" y="3985713"/>
            <a:ext cx="3602325" cy="605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 and Slave x2</a:t>
            </a:r>
            <a:endParaRPr lang="zh-TW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9CD0032-4F2C-6149-4523-620E0C3E7BDD}"/>
              </a:ext>
            </a:extLst>
          </p:cNvPr>
          <p:cNvSpPr/>
          <p:nvPr/>
        </p:nvSpPr>
        <p:spPr>
          <a:xfrm>
            <a:off x="2188726" y="4256708"/>
            <a:ext cx="1578847" cy="1170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RX</a:t>
            </a:r>
            <a:r>
              <a:rPr lang="zh-TW" altLang="en-US" sz="2400" dirty="0"/>
              <a:t> </a:t>
            </a:r>
            <a:r>
              <a:rPr lang="en-US" altLang="zh-TW" sz="2400" dirty="0"/>
              <a:t>FIFO</a:t>
            </a:r>
          </a:p>
          <a:p>
            <a:pPr algn="ctr"/>
            <a:r>
              <a:rPr lang="en-US" altLang="zh-TW" sz="2400" dirty="0"/>
              <a:t>x6</a:t>
            </a:r>
            <a:endParaRPr lang="zh-TW" altLang="en-US" sz="2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DEFD1D-6CC8-31AA-CC4A-520794F7AB50}"/>
              </a:ext>
            </a:extLst>
          </p:cNvPr>
          <p:cNvSpPr/>
          <p:nvPr/>
        </p:nvSpPr>
        <p:spPr>
          <a:xfrm>
            <a:off x="7961744" y="2921204"/>
            <a:ext cx="220287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Output delay</a:t>
            </a:r>
          </a:p>
          <a:p>
            <a:pPr algn="ctr"/>
            <a:r>
              <a:rPr lang="en-US" altLang="zh-TW" sz="2400" dirty="0"/>
              <a:t>(Phase)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93539-FC76-16AE-5D7D-B0DE6E8A6D25}"/>
              </a:ext>
            </a:extLst>
          </p:cNvPr>
          <p:cNvSpPr/>
          <p:nvPr/>
        </p:nvSpPr>
        <p:spPr>
          <a:xfrm>
            <a:off x="4120273" y="2825554"/>
            <a:ext cx="1375941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SCLK</a:t>
            </a:r>
          </a:p>
          <a:p>
            <a:pPr algn="ctr"/>
            <a:r>
              <a:rPr lang="en-US" altLang="zh-TW" sz="2000" dirty="0"/>
              <a:t>Monitor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409A8B-E1FD-2B54-A23F-F50B9C52EAE5}"/>
              </a:ext>
            </a:extLst>
          </p:cNvPr>
          <p:cNvSpPr/>
          <p:nvPr/>
        </p:nvSpPr>
        <p:spPr>
          <a:xfrm>
            <a:off x="3958503" y="1630379"/>
            <a:ext cx="3840019" cy="2924309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C4D92D-38FA-467F-9E60-D474B2C4FAED}"/>
              </a:ext>
            </a:extLst>
          </p:cNvPr>
          <p:cNvSpPr/>
          <p:nvPr/>
        </p:nvSpPr>
        <p:spPr>
          <a:xfrm>
            <a:off x="5633316" y="1776388"/>
            <a:ext cx="2041237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Sequencer</a:t>
            </a:r>
          </a:p>
          <a:p>
            <a:pPr algn="ctr"/>
            <a:r>
              <a:rPr lang="en-US" altLang="zh-TW" sz="2400" dirty="0"/>
              <a:t>x3</a:t>
            </a:r>
            <a:endParaRPr lang="zh-TW" alt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325EE-18D2-69CE-41FE-F75D821D5F18}"/>
              </a:ext>
            </a:extLst>
          </p:cNvPr>
          <p:cNvSpPr/>
          <p:nvPr/>
        </p:nvSpPr>
        <p:spPr>
          <a:xfrm>
            <a:off x="5633317" y="2846300"/>
            <a:ext cx="2041236" cy="818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Recorder</a:t>
            </a:r>
          </a:p>
          <a:p>
            <a:pPr algn="ctr"/>
            <a:r>
              <a:rPr lang="en-US" altLang="zh-TW" sz="2400" dirty="0"/>
              <a:t>x3</a:t>
            </a:r>
            <a:endParaRPr lang="zh-TW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FE85DD-3E21-E7CA-9822-A0A9C2B8EB0F}"/>
              </a:ext>
            </a:extLst>
          </p:cNvPr>
          <p:cNvSpPr/>
          <p:nvPr/>
        </p:nvSpPr>
        <p:spPr>
          <a:xfrm>
            <a:off x="4120273" y="1784723"/>
            <a:ext cx="1375941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SCLK</a:t>
            </a:r>
          </a:p>
          <a:p>
            <a:pPr algn="ctr"/>
            <a:r>
              <a:rPr lang="en-US" altLang="zh-TW" sz="2000" dirty="0"/>
              <a:t>Generator</a:t>
            </a:r>
          </a:p>
        </p:txBody>
      </p:sp>
    </p:spTree>
    <p:extLst>
      <p:ext uri="{BB962C8B-B14F-4D97-AF65-F5344CB8AC3E}">
        <p14:creationId xmlns:p14="http://schemas.microsoft.com/office/powerpoint/2010/main" val="293353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905E-FF7F-923F-1036-F10FC689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5B8D8F56-C337-B092-D6E4-60E69A69182F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Check List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A9F5E0C-E057-E9BB-4D47-9BCEBECE8A15}"/>
              </a:ext>
            </a:extLst>
          </p:cNvPr>
          <p:cNvSpPr txBox="1"/>
          <p:nvPr/>
        </p:nvSpPr>
        <p:spPr>
          <a:xfrm>
            <a:off x="471055" y="960582"/>
            <a:ext cx="2564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Need 3.3V IO</a:t>
            </a:r>
          </a:p>
          <a:p>
            <a:r>
              <a:rPr lang="en-US" altLang="zh-TW" dirty="0"/>
              <a:t>2. Check Intel Wave</a:t>
            </a:r>
          </a:p>
          <a:p>
            <a:r>
              <a:rPr lang="en-US" altLang="zh-TW" dirty="0"/>
              <a:t>3. Check AST2600</a:t>
            </a:r>
            <a:r>
              <a:rPr lang="zh-TW" altLang="en-US" dirty="0"/>
              <a:t> </a:t>
            </a:r>
            <a:r>
              <a:rPr lang="en-US" altLang="zh-TW" dirty="0"/>
              <a:t>Wave</a:t>
            </a:r>
          </a:p>
          <a:p>
            <a:r>
              <a:rPr lang="en-US" altLang="zh-TW" dirty="0"/>
              <a:t>4. Need all io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898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B0AA-0AD3-4218-4D95-D6CA6480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223D666-A1D4-DD06-8323-E17771490F03}"/>
              </a:ext>
            </a:extLst>
          </p:cNvPr>
          <p:cNvSpPr/>
          <p:nvPr/>
        </p:nvSpPr>
        <p:spPr>
          <a:xfrm>
            <a:off x="609600" y="1112978"/>
            <a:ext cx="238298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BANK0</a:t>
            </a:r>
            <a:endParaRPr lang="zh-TW" altLang="en-US" sz="2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0B5607-FBEC-6C52-7229-39F14FF257F4}"/>
              </a:ext>
            </a:extLst>
          </p:cNvPr>
          <p:cNvSpPr/>
          <p:nvPr/>
        </p:nvSpPr>
        <p:spPr>
          <a:xfrm>
            <a:off x="605558" y="2533868"/>
            <a:ext cx="238298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BANK1</a:t>
            </a:r>
            <a:endParaRPr lang="zh-TW" altLang="en-US" sz="2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F7561F-2E2A-0D76-3066-8EF5869D991C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Controller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CE7F6F65-D93D-7815-6B55-062ED2F204FD}"/>
              </a:ext>
            </a:extLst>
          </p:cNvPr>
          <p:cNvSpPr/>
          <p:nvPr/>
        </p:nvSpPr>
        <p:spPr>
          <a:xfrm>
            <a:off x="3329712" y="1412360"/>
            <a:ext cx="1173018" cy="5080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A2E780D-C4A6-079F-CDA6-D6CB07C6C596}"/>
              </a:ext>
            </a:extLst>
          </p:cNvPr>
          <p:cNvSpPr txBox="1"/>
          <p:nvPr/>
        </p:nvSpPr>
        <p:spPr>
          <a:xfrm>
            <a:off x="4502730" y="671188"/>
            <a:ext cx="390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Setting 8Bits to 128 Bits by one flame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20AB2D-12B0-4007-4298-D8D7863D619D}"/>
              </a:ext>
            </a:extLst>
          </p:cNvPr>
          <p:cNvSpPr/>
          <p:nvPr/>
        </p:nvSpPr>
        <p:spPr>
          <a:xfrm>
            <a:off x="8862288" y="427800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Timer</a:t>
            </a:r>
            <a:endParaRPr lang="zh-TW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C08EFE-013E-665B-0132-BD6E254BD424}"/>
              </a:ext>
            </a:extLst>
          </p:cNvPr>
          <p:cNvSpPr/>
          <p:nvPr/>
        </p:nvSpPr>
        <p:spPr>
          <a:xfrm>
            <a:off x="4735944" y="1112978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Master  Function</a:t>
            </a:r>
          </a:p>
          <a:p>
            <a:pPr algn="ctr"/>
            <a:r>
              <a:rPr lang="en-US" altLang="zh-TW" sz="2400" dirty="0"/>
              <a:t>x2</a:t>
            </a:r>
            <a:endParaRPr lang="zh-TW" alt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34882B-9E9B-41D1-7C67-860BB73E62B4}"/>
              </a:ext>
            </a:extLst>
          </p:cNvPr>
          <p:cNvSpPr/>
          <p:nvPr/>
        </p:nvSpPr>
        <p:spPr>
          <a:xfrm>
            <a:off x="4755570" y="2533868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Slave  Function</a:t>
            </a:r>
          </a:p>
          <a:p>
            <a:pPr algn="ctr"/>
            <a:r>
              <a:rPr lang="en-US" altLang="zh-TW" sz="2400" dirty="0"/>
              <a:t>x2</a:t>
            </a:r>
            <a:endParaRPr lang="zh-TW" altLang="en-US" sz="2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FFE0860-7D0A-24BD-CAC4-1ABFD72DB96B}"/>
              </a:ext>
            </a:extLst>
          </p:cNvPr>
          <p:cNvSpPr txBox="1"/>
          <p:nvPr/>
        </p:nvSpPr>
        <p:spPr>
          <a:xfrm>
            <a:off x="8614788" y="1534564"/>
            <a:ext cx="321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SCLK : Setting 32Hz To 2M Flag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101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6020-9396-678D-7F45-873247B2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359ED76-9674-CE8D-ABCB-F56D9EB22B73}"/>
              </a:ext>
            </a:extLst>
          </p:cNvPr>
          <p:cNvSpPr/>
          <p:nvPr/>
        </p:nvSpPr>
        <p:spPr>
          <a:xfrm>
            <a:off x="609600" y="1112978"/>
            <a:ext cx="238298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BANK0</a:t>
            </a:r>
            <a:endParaRPr lang="zh-TW" altLang="en-US" sz="2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DA241A2-92AD-1203-EFE2-7968548E4105}"/>
              </a:ext>
            </a:extLst>
          </p:cNvPr>
          <p:cNvSpPr/>
          <p:nvPr/>
        </p:nvSpPr>
        <p:spPr>
          <a:xfrm>
            <a:off x="605558" y="2533868"/>
            <a:ext cx="238298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BANK1</a:t>
            </a:r>
            <a:endParaRPr lang="zh-TW" altLang="en-US" sz="2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305BC5B-712B-DFA8-AA54-12E111B2E8CB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Controller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64FD7BB8-7457-F5F3-58E6-B3EA583A4C12}"/>
              </a:ext>
            </a:extLst>
          </p:cNvPr>
          <p:cNvSpPr/>
          <p:nvPr/>
        </p:nvSpPr>
        <p:spPr>
          <a:xfrm>
            <a:off x="3329712" y="1412360"/>
            <a:ext cx="1173018" cy="5080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4F7D1CD-E440-0B19-E844-932275F8DFE5}"/>
              </a:ext>
            </a:extLst>
          </p:cNvPr>
          <p:cNvSpPr txBox="1"/>
          <p:nvPr/>
        </p:nvSpPr>
        <p:spPr>
          <a:xfrm>
            <a:off x="4502730" y="671188"/>
            <a:ext cx="390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Setting 8Bits to 128 Bits by one flame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8AC26B-647C-ECB4-0F7C-546DD2936857}"/>
              </a:ext>
            </a:extLst>
          </p:cNvPr>
          <p:cNvSpPr/>
          <p:nvPr/>
        </p:nvSpPr>
        <p:spPr>
          <a:xfrm>
            <a:off x="8862288" y="427800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Timer</a:t>
            </a:r>
            <a:endParaRPr lang="zh-TW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12EDB7-8F71-8C94-3B9B-F86D3087BBA3}"/>
              </a:ext>
            </a:extLst>
          </p:cNvPr>
          <p:cNvSpPr/>
          <p:nvPr/>
        </p:nvSpPr>
        <p:spPr>
          <a:xfrm>
            <a:off x="4735944" y="3869943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Master  Sequencer</a:t>
            </a:r>
          </a:p>
          <a:p>
            <a:pPr algn="ctr"/>
            <a:r>
              <a:rPr lang="en-US" altLang="zh-TW" sz="2400" dirty="0"/>
              <a:t>x2</a:t>
            </a:r>
            <a:endParaRPr lang="zh-TW" altLang="en-US" sz="2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2E5971-DEAD-AE55-9278-D99947ADEBC6}"/>
              </a:ext>
            </a:extLst>
          </p:cNvPr>
          <p:cNvSpPr/>
          <p:nvPr/>
        </p:nvSpPr>
        <p:spPr>
          <a:xfrm>
            <a:off x="4773176" y="5206018"/>
            <a:ext cx="2720112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Slave  Function</a:t>
            </a:r>
          </a:p>
          <a:p>
            <a:pPr algn="ctr"/>
            <a:r>
              <a:rPr lang="en-US" altLang="zh-TW" sz="2400" dirty="0"/>
              <a:t>x2</a:t>
            </a:r>
            <a:endParaRPr lang="zh-TW" altLang="en-US" sz="2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3EB997C-1292-B6E7-C44D-1BA5DC007D01}"/>
              </a:ext>
            </a:extLst>
          </p:cNvPr>
          <p:cNvSpPr txBox="1"/>
          <p:nvPr/>
        </p:nvSpPr>
        <p:spPr>
          <a:xfrm>
            <a:off x="8614788" y="1534564"/>
            <a:ext cx="321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SCLK : Setting 32Hz To 2M Flag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050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6CF6-6BFD-9F5C-FBA8-0863406A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01F7ED-F2AA-55A0-46BA-30D0EA3A53B1}"/>
              </a:ext>
            </a:extLst>
          </p:cNvPr>
          <p:cNvSpPr/>
          <p:nvPr/>
        </p:nvSpPr>
        <p:spPr>
          <a:xfrm>
            <a:off x="1973116" y="883667"/>
            <a:ext cx="8399321" cy="5748036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B0119D-DC0F-62EB-5A91-6DDA584C78A1}"/>
              </a:ext>
            </a:extLst>
          </p:cNvPr>
          <p:cNvSpPr/>
          <p:nvPr/>
        </p:nvSpPr>
        <p:spPr>
          <a:xfrm>
            <a:off x="10751124" y="883667"/>
            <a:ext cx="1214585" cy="5748036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A8AFEA-47FF-62F2-50E8-21A20655A142}"/>
              </a:ext>
            </a:extLst>
          </p:cNvPr>
          <p:cNvSpPr/>
          <p:nvPr/>
        </p:nvSpPr>
        <p:spPr>
          <a:xfrm>
            <a:off x="300182" y="883667"/>
            <a:ext cx="1390073" cy="1089891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</a:t>
            </a:r>
          </a:p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A53</a:t>
            </a:r>
            <a:endParaRPr lang="zh-TW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1F05F4-53D4-3805-FB5C-4DCD2860C45A}"/>
              </a:ext>
            </a:extLst>
          </p:cNvPr>
          <p:cNvSpPr/>
          <p:nvPr/>
        </p:nvSpPr>
        <p:spPr>
          <a:xfrm>
            <a:off x="7961745" y="1112978"/>
            <a:ext cx="220287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Input deglitch</a:t>
            </a:r>
          </a:p>
          <a:p>
            <a:pPr algn="ctr"/>
            <a:r>
              <a:rPr lang="en-US" altLang="zh-TW" sz="2400" dirty="0"/>
              <a:t>and phase </a:t>
            </a:r>
            <a:endParaRPr lang="zh-TW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F3A415-F41D-E5ED-7680-88083FBED1C9}"/>
              </a:ext>
            </a:extLst>
          </p:cNvPr>
          <p:cNvSpPr/>
          <p:nvPr/>
        </p:nvSpPr>
        <p:spPr>
          <a:xfrm>
            <a:off x="10833396" y="1112978"/>
            <a:ext cx="1057560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PIN MUX</a:t>
            </a:r>
            <a:endParaRPr lang="zh-TW" altLang="en-US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90908A-E8BF-7E16-8F4A-3FF3CF780106}"/>
              </a:ext>
            </a:extLst>
          </p:cNvPr>
          <p:cNvSpPr/>
          <p:nvPr/>
        </p:nvSpPr>
        <p:spPr>
          <a:xfrm>
            <a:off x="2170255" y="1112978"/>
            <a:ext cx="162502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REG</a:t>
            </a:r>
            <a:endParaRPr lang="zh-TW" altLang="en-US" sz="2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3C1AB6B-302E-4F1E-4331-3F731EE493E3}"/>
              </a:ext>
            </a:extLst>
          </p:cNvPr>
          <p:cNvSpPr/>
          <p:nvPr/>
        </p:nvSpPr>
        <p:spPr>
          <a:xfrm>
            <a:off x="138543" y="81429"/>
            <a:ext cx="8562111" cy="684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 System Architecture Diagram 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0FB342-ADDA-8A47-CDE4-5D13EF6C8766}"/>
              </a:ext>
            </a:extLst>
          </p:cNvPr>
          <p:cNvSpPr/>
          <p:nvPr/>
        </p:nvSpPr>
        <p:spPr>
          <a:xfrm>
            <a:off x="7874288" y="5150605"/>
            <a:ext cx="2479967" cy="1544342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SGPIO</a:t>
            </a:r>
          </a:p>
          <a:p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箭號: 左-上雙向 43">
            <a:extLst>
              <a:ext uri="{FF2B5EF4-FFF2-40B4-BE49-F238E27FC236}">
                <a16:creationId xmlns:a16="http://schemas.microsoft.com/office/drawing/2014/main" id="{32CB1C5A-B78E-9831-E765-DC22F61CDDB1}"/>
              </a:ext>
            </a:extLst>
          </p:cNvPr>
          <p:cNvSpPr/>
          <p:nvPr/>
        </p:nvSpPr>
        <p:spPr>
          <a:xfrm rot="5400000">
            <a:off x="871103" y="1997005"/>
            <a:ext cx="960582" cy="1073727"/>
          </a:xfrm>
          <a:prstGeom prst="leftUpArrow">
            <a:avLst>
              <a:gd name="adj1" fmla="val 21154"/>
              <a:gd name="adj2" fmla="val 25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2E7C09E-A37E-7444-D9D6-D8B9E4D84517}"/>
              </a:ext>
            </a:extLst>
          </p:cNvPr>
          <p:cNvSpPr txBox="1"/>
          <p:nvPr/>
        </p:nvSpPr>
        <p:spPr>
          <a:xfrm>
            <a:off x="775178" y="2994301"/>
            <a:ext cx="1152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APB</a:t>
            </a:r>
            <a:r>
              <a:rPr lang="zh-TW" altLang="en-US" dirty="0"/>
              <a:t> </a:t>
            </a:r>
            <a:r>
              <a:rPr lang="en-US" altLang="zh-TW" dirty="0"/>
              <a:t>BUS</a:t>
            </a:r>
          </a:p>
          <a:p>
            <a:r>
              <a:rPr lang="en-US" altLang="zh-TW" dirty="0"/>
              <a:t>(NIC-400)</a:t>
            </a:r>
            <a:endParaRPr lang="zh-TW" altLang="en-US" dirty="0"/>
          </a:p>
        </p:txBody>
      </p:sp>
      <p:sp>
        <p:nvSpPr>
          <p:cNvPr id="47" name="箭號: 左-上雙向 46">
            <a:extLst>
              <a:ext uri="{FF2B5EF4-FFF2-40B4-BE49-F238E27FC236}">
                <a16:creationId xmlns:a16="http://schemas.microsoft.com/office/drawing/2014/main" id="{F0840DAF-B034-D973-5A81-62F8F1DAC89D}"/>
              </a:ext>
            </a:extLst>
          </p:cNvPr>
          <p:cNvSpPr/>
          <p:nvPr/>
        </p:nvSpPr>
        <p:spPr>
          <a:xfrm rot="5400000">
            <a:off x="-199054" y="2544440"/>
            <a:ext cx="2592316" cy="1610591"/>
          </a:xfrm>
          <a:prstGeom prst="leftUpArrow">
            <a:avLst>
              <a:gd name="adj1" fmla="val 10831"/>
              <a:gd name="adj2" fmla="val 18118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04984EF-3FD1-87DB-70F4-B17E64B628FE}"/>
              </a:ext>
            </a:extLst>
          </p:cNvPr>
          <p:cNvSpPr txBox="1"/>
          <p:nvPr/>
        </p:nvSpPr>
        <p:spPr>
          <a:xfrm>
            <a:off x="537824" y="4568926"/>
            <a:ext cx="1152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Interrupt</a:t>
            </a:r>
          </a:p>
          <a:p>
            <a:r>
              <a:rPr lang="en-US" altLang="zh-TW" dirty="0"/>
              <a:t>(GIC-600)</a:t>
            </a:r>
            <a:endParaRPr lang="zh-TW" altLang="en-US" dirty="0"/>
          </a:p>
        </p:txBody>
      </p:sp>
      <p:sp>
        <p:nvSpPr>
          <p:cNvPr id="50" name="箭號: 左-右雙向 49">
            <a:extLst>
              <a:ext uri="{FF2B5EF4-FFF2-40B4-BE49-F238E27FC236}">
                <a16:creationId xmlns:a16="http://schemas.microsoft.com/office/drawing/2014/main" id="{238E0B68-30F7-0342-17FE-C0525859FE94}"/>
              </a:ext>
            </a:extLst>
          </p:cNvPr>
          <p:cNvSpPr/>
          <p:nvPr/>
        </p:nvSpPr>
        <p:spPr>
          <a:xfrm>
            <a:off x="9954488" y="4010002"/>
            <a:ext cx="1214585" cy="434699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D7EE2CD-5C27-B2B6-F8DA-D0FAEFA5E6F1}"/>
              </a:ext>
            </a:extLst>
          </p:cNvPr>
          <p:cNvSpPr/>
          <p:nvPr/>
        </p:nvSpPr>
        <p:spPr>
          <a:xfrm>
            <a:off x="10751705" y="2656829"/>
            <a:ext cx="1214585" cy="1544342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3.3V</a:t>
            </a:r>
          </a:p>
          <a:p>
            <a:pPr algn="ctr"/>
            <a:r>
              <a:rPr lang="en-US" altLang="zh-TW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</a:t>
            </a:r>
            <a:endParaRPr lang="zh-TW" altLang="en-U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E4CA55-1D81-8004-4B2A-0C7DF64B473A}"/>
              </a:ext>
            </a:extLst>
          </p:cNvPr>
          <p:cNvSpPr/>
          <p:nvPr/>
        </p:nvSpPr>
        <p:spPr>
          <a:xfrm>
            <a:off x="3944791" y="3916387"/>
            <a:ext cx="3840019" cy="2426685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7840DB-0518-7166-FED1-0D2190C8551E}"/>
              </a:ext>
            </a:extLst>
          </p:cNvPr>
          <p:cNvSpPr/>
          <p:nvPr/>
        </p:nvSpPr>
        <p:spPr>
          <a:xfrm>
            <a:off x="2179491" y="2439989"/>
            <a:ext cx="1578847" cy="1170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TX</a:t>
            </a:r>
            <a:r>
              <a:rPr lang="zh-TW" altLang="en-US" sz="2400" dirty="0"/>
              <a:t> </a:t>
            </a:r>
            <a:r>
              <a:rPr lang="en-US" altLang="zh-TW" sz="2400" dirty="0"/>
              <a:t>FIFO</a:t>
            </a:r>
            <a:endParaRPr lang="zh-TW" altLang="en-US" sz="2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D1115F-79BF-5412-2010-465F92B0AF69}"/>
              </a:ext>
            </a:extLst>
          </p:cNvPr>
          <p:cNvSpPr/>
          <p:nvPr/>
        </p:nvSpPr>
        <p:spPr>
          <a:xfrm>
            <a:off x="6086756" y="3051235"/>
            <a:ext cx="1784068" cy="605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 x2</a:t>
            </a:r>
            <a:endParaRPr lang="zh-TW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7D8A88-761F-244B-93C2-BC1A63460A0C}"/>
              </a:ext>
            </a:extLst>
          </p:cNvPr>
          <p:cNvSpPr/>
          <p:nvPr/>
        </p:nvSpPr>
        <p:spPr>
          <a:xfrm>
            <a:off x="5606471" y="4063529"/>
            <a:ext cx="2041237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Recorder</a:t>
            </a:r>
          </a:p>
          <a:p>
            <a:pPr algn="ctr"/>
            <a:r>
              <a:rPr lang="en-US" altLang="zh-TW" sz="2400" dirty="0"/>
              <a:t>x3</a:t>
            </a:r>
            <a:endParaRPr lang="zh-TW" altLang="en-US" sz="2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4A5C61-B2C4-4D33-8DA3-A06773D7103B}"/>
              </a:ext>
            </a:extLst>
          </p:cNvPr>
          <p:cNvSpPr/>
          <p:nvPr/>
        </p:nvSpPr>
        <p:spPr>
          <a:xfrm>
            <a:off x="5606472" y="5133441"/>
            <a:ext cx="2041236" cy="818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Sequencer</a:t>
            </a:r>
          </a:p>
          <a:p>
            <a:pPr algn="ctr"/>
            <a:r>
              <a:rPr lang="en-US" altLang="zh-TW" sz="2400" dirty="0"/>
              <a:t>x1</a:t>
            </a:r>
            <a:endParaRPr lang="zh-TW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87F154-44E6-8B37-38F6-A54BEEED8A43}"/>
              </a:ext>
            </a:extLst>
          </p:cNvPr>
          <p:cNvSpPr/>
          <p:nvPr/>
        </p:nvSpPr>
        <p:spPr>
          <a:xfrm>
            <a:off x="6342073" y="5806793"/>
            <a:ext cx="1557470" cy="605919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Slave x2</a:t>
            </a:r>
            <a:endParaRPr lang="zh-TW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75FBAE4-9C09-4AD6-D5E2-8B7F7E572C70}"/>
              </a:ext>
            </a:extLst>
          </p:cNvPr>
          <p:cNvSpPr/>
          <p:nvPr/>
        </p:nvSpPr>
        <p:spPr>
          <a:xfrm>
            <a:off x="2188726" y="3878019"/>
            <a:ext cx="1578847" cy="1170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RX</a:t>
            </a:r>
            <a:r>
              <a:rPr lang="zh-TW" altLang="en-US" sz="2400" dirty="0"/>
              <a:t> </a:t>
            </a:r>
            <a:r>
              <a:rPr lang="en-US" altLang="zh-TW" sz="2400" dirty="0"/>
              <a:t>FIFO</a:t>
            </a:r>
            <a:endParaRPr lang="zh-TW" altLang="en-US" sz="2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C8B4B3-B20C-F98A-24E2-EAB03DA84550}"/>
              </a:ext>
            </a:extLst>
          </p:cNvPr>
          <p:cNvSpPr/>
          <p:nvPr/>
        </p:nvSpPr>
        <p:spPr>
          <a:xfrm>
            <a:off x="7961744" y="2440919"/>
            <a:ext cx="2202876" cy="11067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Output delay</a:t>
            </a:r>
          </a:p>
          <a:p>
            <a:pPr algn="ctr"/>
            <a:r>
              <a:rPr lang="en-US" altLang="zh-TW" sz="2400" dirty="0"/>
              <a:t>(Phase)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53092B-2E74-6BF6-12FC-5C82D4E77518}"/>
              </a:ext>
            </a:extLst>
          </p:cNvPr>
          <p:cNvSpPr/>
          <p:nvPr/>
        </p:nvSpPr>
        <p:spPr>
          <a:xfrm>
            <a:off x="4093428" y="4071864"/>
            <a:ext cx="1375941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SCLK</a:t>
            </a:r>
          </a:p>
          <a:p>
            <a:pPr algn="ctr"/>
            <a:r>
              <a:rPr lang="en-US" altLang="zh-TW" sz="2400" dirty="0"/>
              <a:t>Monitor</a:t>
            </a:r>
            <a:endParaRPr lang="zh-TW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552957-53CE-72D4-56C6-F6167B5C588E}"/>
              </a:ext>
            </a:extLst>
          </p:cNvPr>
          <p:cNvSpPr/>
          <p:nvPr/>
        </p:nvSpPr>
        <p:spPr>
          <a:xfrm>
            <a:off x="3958503" y="1150094"/>
            <a:ext cx="3840019" cy="2426685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CA64C8-EFAD-479E-4EF4-885938CB8937}"/>
              </a:ext>
            </a:extLst>
          </p:cNvPr>
          <p:cNvSpPr/>
          <p:nvPr/>
        </p:nvSpPr>
        <p:spPr>
          <a:xfrm>
            <a:off x="5633316" y="1296103"/>
            <a:ext cx="2041237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Sequencer</a:t>
            </a:r>
          </a:p>
          <a:p>
            <a:pPr algn="ctr"/>
            <a:r>
              <a:rPr lang="en-US" altLang="zh-TW" sz="2400" dirty="0"/>
              <a:t>x3</a:t>
            </a:r>
            <a:endParaRPr lang="zh-TW" alt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BA02BF-496B-236E-B421-95ADDEA44972}"/>
              </a:ext>
            </a:extLst>
          </p:cNvPr>
          <p:cNvSpPr/>
          <p:nvPr/>
        </p:nvSpPr>
        <p:spPr>
          <a:xfrm>
            <a:off x="5633317" y="2366015"/>
            <a:ext cx="2041236" cy="818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Recorder</a:t>
            </a:r>
          </a:p>
          <a:p>
            <a:pPr algn="ctr"/>
            <a:r>
              <a:rPr lang="en-US" altLang="zh-TW" sz="2400" dirty="0"/>
              <a:t>x1</a:t>
            </a:r>
            <a:endParaRPr lang="zh-TW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3C90A3-3687-D5CE-0536-EC0527DA49CB}"/>
              </a:ext>
            </a:extLst>
          </p:cNvPr>
          <p:cNvSpPr/>
          <p:nvPr/>
        </p:nvSpPr>
        <p:spPr>
          <a:xfrm>
            <a:off x="4120273" y="1304438"/>
            <a:ext cx="1375941" cy="9525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SCLK</a:t>
            </a:r>
          </a:p>
          <a:p>
            <a:pPr algn="ctr"/>
            <a:r>
              <a:rPr lang="en-US" altLang="zh-TW" sz="2000" dirty="0"/>
              <a:t>Generator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770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188</Words>
  <Application>Microsoft Office PowerPoint</Application>
  <PresentationFormat>寬螢幕</PresentationFormat>
  <Paragraphs>92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A1690@365mak.com</dc:creator>
  <cp:lastModifiedBy>A1690@365mak.com</cp:lastModifiedBy>
  <cp:revision>32</cp:revision>
  <dcterms:created xsi:type="dcterms:W3CDTF">2026-07-30T07:57:55Z</dcterms:created>
  <dcterms:modified xsi:type="dcterms:W3CDTF">2026-08-04T08:11:21Z</dcterms:modified>
</cp:coreProperties>
</file>